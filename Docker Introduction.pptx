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7160-CDF5-40DB-ACC9-9B8FCCC74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3E196-CE92-4403-BD42-03AFC3BB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7E9B-2068-4438-AC45-5FD4315C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1EE5-36BA-4B0F-B2C5-3275C3C81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FD91F-DD8C-4036-9793-47244D82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44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FA24-924B-4C8A-89F0-C5465B3C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EC55E-1760-478E-A29D-6343FBAF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34F6-35A3-491D-B9AD-B4269F94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F3C8E-6FBA-496E-8D4B-A6762C56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073F4-1715-450E-A5CB-D560D4B1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72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0F0A8-BCA2-4526-8DF0-B1A94FEA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21C75-D7AB-433E-90FE-6BD89A7CB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B4C06-D85A-4379-B5B0-E99C39BE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896F6-3EAD-4D6D-B287-03E3F56A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912F6-D1AB-4AFE-B838-A708B8A0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054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3E00-B7D9-4D32-85BB-69EDC636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A66A1-BAD4-44DE-909A-D2893E456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C01BF-4BFB-4B50-896A-1D21714EF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0201A-F4DF-47D6-866A-44FE23F3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06227-13A7-499F-A357-839D1DEE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877E1-8BD2-46E7-B647-3F274AAB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00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5B1B-E6EC-4968-9002-315C39EE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06789-B9C0-4D9D-8F21-7DEC06408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41CCD-B04C-4CE3-8E06-AEA6F229C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2199E-37DD-4F35-8075-AACB5C076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75692-511F-4484-A461-B034774C1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BA595-F95A-41E8-BE69-7D07F8CD5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C93E3-CFA3-48AD-B9E0-0FF1EEC1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E787BC-EABC-4043-9F4F-21C939A9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10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86A9-6535-4C36-940F-DFB28139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CA603-FC0E-4B26-84D3-338ED545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7BD6E-F20C-4449-B397-91625581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1E676-4B22-4487-B95A-DC0246EE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57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C27EE-4502-4DF0-8848-E2642FE8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975EB-14B0-424F-94F1-2A5FB69D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47969-D63B-4E89-B950-24FCBE9F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01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EE9C-A562-4119-BD7F-374751B7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3BA6A-B15F-4737-8637-46CCED583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F1E95-7C46-4D4A-A4D0-FB9C434DC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298DA-2CD2-4571-9C45-DC3567FB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04CFC-E1D9-4302-87A4-CCB16CCB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98FDD-6C2A-40A9-A9BE-92163DFC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36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AF41-0E43-4D79-8D73-EDA47951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A8974-97E2-426A-9906-02CEF39F9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5B37B-B704-4EE3-A1B0-99FC424E7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678D9-CBEA-4E9F-9BF7-B5A2E50A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7B624-394F-42E7-9B7F-3A535457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D1CCF-9D6E-4556-9013-710B95CE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05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5A15-C793-4359-8E4F-5257164A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51616-502A-494B-9B47-23377D170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17184-9A72-420C-B4FF-F034B9DA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794D0-1D38-4BED-AFD3-1E51A4B7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5D647-2227-46C4-91B8-5103F82A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32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2DC347-7CA9-428D-A15C-A740B32F2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07E9F-3F1B-441C-9E13-747B52EF0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6CC76-952B-458A-84B3-7C4BDE3E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95FFA-A13C-4E07-B71F-53EBF9BE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E799E-BCB0-4A40-A02C-486F2531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22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5682B-CBC3-49F8-AC2C-9E9EDB3B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0CE29-AEAD-47BA-8C44-DC7D40E96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655B4-5213-4AAE-B899-F54219304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9827B-4564-42A5-96A2-F2C6BF28D433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3AB13-B59A-4CA7-9EB6-E7DB2525E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C000F-313A-4ACD-AD50-7938D9867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36CDE-9D38-4293-A75D-34EC45CB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54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docker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7C960A-28BE-4AD8-B636-386384706BE4}"/>
              </a:ext>
            </a:extLst>
          </p:cNvPr>
          <p:cNvSpPr/>
          <p:nvPr/>
        </p:nvSpPr>
        <p:spPr>
          <a:xfrm>
            <a:off x="0" y="437322"/>
            <a:ext cx="12192000" cy="927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92A2F-62CE-4DDB-B6B7-73F7A6BB5732}"/>
              </a:ext>
            </a:extLst>
          </p:cNvPr>
          <p:cNvSpPr txBox="1"/>
          <p:nvPr/>
        </p:nvSpPr>
        <p:spPr>
          <a:xfrm>
            <a:off x="185530" y="67990"/>
            <a:ext cx="451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Docker </a:t>
            </a:r>
            <a:r>
              <a:rPr lang="zh-CN" altLang="en-US" b="1" dirty="0"/>
              <a:t>介绍  </a:t>
            </a:r>
            <a:r>
              <a:rPr lang="en-US" altLang="zh-CN" b="1" dirty="0"/>
              <a:t>-  </a:t>
            </a:r>
            <a:r>
              <a:rPr lang="zh-CN" altLang="en-US" b="1" dirty="0"/>
              <a:t>什么是</a:t>
            </a:r>
            <a:r>
              <a:rPr lang="en-GB" altLang="zh-CN" b="1" dirty="0"/>
              <a:t>Docker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7FB04-4F31-4ACF-A652-5647A43F3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348" y="690148"/>
            <a:ext cx="5069165" cy="2830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C63FAE-F0BC-4CF4-B66B-24CDE31C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384" y="3975653"/>
            <a:ext cx="4976400" cy="2604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5548F0-6292-43FB-8B32-4B2ADC4467B5}"/>
              </a:ext>
            </a:extLst>
          </p:cNvPr>
          <p:cNvSpPr txBox="1"/>
          <p:nvPr/>
        </p:nvSpPr>
        <p:spPr>
          <a:xfrm>
            <a:off x="503582" y="1089716"/>
            <a:ext cx="406841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Docker</a:t>
            </a:r>
            <a:r>
              <a:rPr lang="zh-CN" altLang="en-US" dirty="0"/>
              <a:t>是容器的事实标准：容器是一种能够打包代码和第三方依赖的标准软件单元，因此应用程序能够快速在不同的硬件环境上运行。</a:t>
            </a:r>
            <a:endParaRPr lang="en-GB" altLang="zh-CN" dirty="0"/>
          </a:p>
          <a:p>
            <a:endParaRPr lang="en-GB" dirty="0"/>
          </a:p>
          <a:p>
            <a:endParaRPr lang="en-GB" dirty="0"/>
          </a:p>
          <a:p>
            <a:r>
              <a:rPr lang="en-US" altLang="zh-CN" dirty="0"/>
              <a:t>Docker </a:t>
            </a:r>
            <a:r>
              <a:rPr lang="zh-CN" altLang="en-US" dirty="0"/>
              <a:t>使用 </a:t>
            </a:r>
            <a:r>
              <a:rPr lang="en-US" altLang="zh-CN" dirty="0"/>
              <a:t>Google </a:t>
            </a:r>
            <a:r>
              <a:rPr lang="zh-CN" altLang="en-US" dirty="0"/>
              <a:t>公司推出的 </a:t>
            </a:r>
            <a:r>
              <a:rPr lang="en-US" altLang="zh-CN" dirty="0"/>
              <a:t>Go </a:t>
            </a:r>
            <a:r>
              <a:rPr lang="zh-CN" altLang="en-US" dirty="0"/>
              <a:t>语言 进行开发实现，基于 </a:t>
            </a:r>
            <a:r>
              <a:rPr lang="en-US" altLang="zh-CN" dirty="0"/>
              <a:t>Linux </a:t>
            </a:r>
            <a:r>
              <a:rPr lang="zh-CN" altLang="en-US" dirty="0"/>
              <a:t>内核的 </a:t>
            </a:r>
            <a:r>
              <a:rPr lang="en-US" altLang="zh-CN" dirty="0" err="1"/>
              <a:t>cgroup</a:t>
            </a:r>
            <a:r>
              <a:rPr lang="zh-CN" altLang="en-US" dirty="0"/>
              <a:t>，</a:t>
            </a:r>
            <a:r>
              <a:rPr lang="en-US" altLang="zh-CN" dirty="0"/>
              <a:t>namespace</a:t>
            </a:r>
            <a:r>
              <a:rPr lang="zh-CN" altLang="en-US" dirty="0"/>
              <a:t>，对进程进行封装隔离，属于 操作系统层面的虚拟化技术。由于隔离的进程独立于宿主和其它的隔离的进程，因此也称其为容器。</a:t>
            </a:r>
            <a:endParaRPr lang="en-GB" altLang="zh-CN" dirty="0"/>
          </a:p>
          <a:p>
            <a:endParaRPr lang="en-GB" dirty="0"/>
          </a:p>
          <a:p>
            <a:endParaRPr lang="en-GB" dirty="0"/>
          </a:p>
          <a:p>
            <a:r>
              <a:rPr lang="zh-CN" altLang="en-US" dirty="0"/>
              <a:t>当人们谈到容器的时候，</a:t>
            </a:r>
            <a:r>
              <a:rPr lang="en-GB" dirty="0"/>
              <a:t>99%</a:t>
            </a:r>
            <a:r>
              <a:rPr lang="zh-CN" altLang="en-US" dirty="0"/>
              <a:t>指的是</a:t>
            </a:r>
            <a:r>
              <a:rPr lang="en-GB" dirty="0"/>
              <a:t>Docker INC, Docker</a:t>
            </a:r>
            <a:r>
              <a:rPr lang="zh-CN" altLang="en-US" dirty="0"/>
              <a:t>已经成为容器领域事实的标准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5271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FA1BA1-A8DE-46A6-A745-AF09F66E9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834" y="1057620"/>
            <a:ext cx="9422295" cy="4733579"/>
          </a:xfrm>
        </p:spPr>
        <p:txBody>
          <a:bodyPr>
            <a:normAutofit/>
          </a:bodyPr>
          <a:lstStyle/>
          <a:p>
            <a:pPr algn="l"/>
            <a:r>
              <a:rPr lang="en-GB" sz="1800" dirty="0"/>
              <a:t>Docker</a:t>
            </a:r>
            <a:r>
              <a:rPr lang="zh-CN" altLang="en-US" sz="1800" dirty="0"/>
              <a:t>公司</a:t>
            </a:r>
            <a:r>
              <a:rPr lang="en-GB" altLang="zh-CN" sz="1800" dirty="0"/>
              <a:t>:</a:t>
            </a:r>
            <a:r>
              <a:rPr lang="zh-CN" altLang="en-US" sz="1800" dirty="0"/>
              <a:t> </a:t>
            </a:r>
            <a:r>
              <a:rPr lang="en-GB" sz="1800" u="sng" dirty="0">
                <a:hlinkClick r:id="rId2"/>
              </a:rPr>
              <a:t>https://www.docker.com/</a:t>
            </a:r>
            <a:endParaRPr lang="en-GB" sz="1800" u="sng" dirty="0"/>
          </a:p>
          <a:p>
            <a:pPr algn="l"/>
            <a:endParaRPr lang="en-GB" sz="1800" u="sng" dirty="0"/>
          </a:p>
          <a:p>
            <a:pPr lvl="0" algn="l"/>
            <a:r>
              <a:rPr lang="en-GB" sz="1800" dirty="0"/>
              <a:t>2011</a:t>
            </a:r>
            <a:r>
              <a:rPr lang="zh-CN" altLang="en-US" sz="1800" dirty="0"/>
              <a:t>年， 由</a:t>
            </a:r>
            <a:r>
              <a:rPr lang="en-GB" sz="1800" dirty="0"/>
              <a:t>Solomon </a:t>
            </a:r>
            <a:r>
              <a:rPr lang="en-GB" sz="1800" dirty="0" err="1"/>
              <a:t>Hykes</a:t>
            </a:r>
            <a:r>
              <a:rPr lang="zh-CN" altLang="en-US" sz="1800" dirty="0"/>
              <a:t>和 </a:t>
            </a:r>
            <a:r>
              <a:rPr lang="en-GB" sz="1800" dirty="0"/>
              <a:t>Sebastien </a:t>
            </a:r>
            <a:r>
              <a:rPr lang="en-GB" sz="1800" dirty="0" err="1"/>
              <a:t>Pahl</a:t>
            </a:r>
            <a:r>
              <a:rPr lang="zh-CN" altLang="en-US" sz="1800" dirty="0"/>
              <a:t>在</a:t>
            </a:r>
            <a:r>
              <a:rPr lang="en-GB" sz="1800" dirty="0" err="1"/>
              <a:t>CloudControl</a:t>
            </a:r>
            <a:r>
              <a:rPr lang="zh-CN" altLang="en-US" sz="1800" dirty="0"/>
              <a:t>公司的内部项目孵化成立</a:t>
            </a:r>
            <a:endParaRPr lang="en-GB" sz="1800" dirty="0"/>
          </a:p>
          <a:p>
            <a:pPr lvl="0" algn="l"/>
            <a:r>
              <a:rPr lang="en-GB" sz="1800" dirty="0"/>
              <a:t>2014</a:t>
            </a:r>
            <a:r>
              <a:rPr lang="zh-CN" altLang="en-US" sz="1800" dirty="0"/>
              <a:t>年</a:t>
            </a:r>
            <a:r>
              <a:rPr lang="en-GB" sz="1800" dirty="0"/>
              <a:t>6</a:t>
            </a:r>
            <a:r>
              <a:rPr lang="zh-CN" altLang="en-US" sz="1800" dirty="0"/>
              <a:t>月，</a:t>
            </a:r>
            <a:r>
              <a:rPr lang="en-GB" sz="1800" dirty="0"/>
              <a:t> Docker Engine 1.0 GA</a:t>
            </a:r>
            <a:r>
              <a:rPr lang="zh-CN" altLang="en-US" sz="1800" dirty="0"/>
              <a:t>版本发布</a:t>
            </a:r>
            <a:endParaRPr lang="en-GB" sz="1800" dirty="0"/>
          </a:p>
          <a:p>
            <a:pPr lvl="0" algn="l"/>
            <a:r>
              <a:rPr lang="en-GB" sz="1800" dirty="0"/>
              <a:t>2014</a:t>
            </a:r>
            <a:r>
              <a:rPr lang="zh-CN" altLang="en-US" sz="1800" dirty="0"/>
              <a:t>年</a:t>
            </a:r>
            <a:r>
              <a:rPr lang="en-GB" sz="1800" dirty="0"/>
              <a:t>12</a:t>
            </a:r>
            <a:r>
              <a:rPr lang="zh-CN" altLang="en-US" sz="1800" dirty="0"/>
              <a:t>月，</a:t>
            </a:r>
            <a:r>
              <a:rPr lang="en-GB" sz="1800" dirty="0"/>
              <a:t>Docker</a:t>
            </a:r>
            <a:r>
              <a:rPr lang="zh-CN" altLang="en-US" sz="1800" dirty="0"/>
              <a:t>下载次数达到</a:t>
            </a:r>
            <a:r>
              <a:rPr lang="en-GB" sz="1800" dirty="0"/>
              <a:t>1</a:t>
            </a:r>
            <a:r>
              <a:rPr lang="zh-CN" altLang="en-US" sz="1800" dirty="0"/>
              <a:t>亿次</a:t>
            </a:r>
            <a:endParaRPr lang="en-GB" sz="1800" dirty="0"/>
          </a:p>
          <a:p>
            <a:pPr lvl="0" algn="l"/>
            <a:r>
              <a:rPr lang="en-GB" sz="1800" dirty="0"/>
              <a:t>2016</a:t>
            </a:r>
            <a:r>
              <a:rPr lang="zh-CN" altLang="en-US" sz="1800" dirty="0"/>
              <a:t>年</a:t>
            </a:r>
            <a:r>
              <a:rPr lang="en-GB" sz="1800" dirty="0"/>
              <a:t>10</a:t>
            </a:r>
            <a:r>
              <a:rPr lang="zh-CN" altLang="en-US" sz="1800" dirty="0"/>
              <a:t>月，阿里云和</a:t>
            </a:r>
            <a:r>
              <a:rPr lang="en-GB" sz="1800" dirty="0"/>
              <a:t>Docker</a:t>
            </a:r>
            <a:r>
              <a:rPr lang="zh-CN" altLang="en-US" sz="1800" dirty="0"/>
              <a:t>建立合作关系来推动容器技术在中国的应用</a:t>
            </a:r>
            <a:endParaRPr lang="en-GB" sz="1800" dirty="0"/>
          </a:p>
          <a:p>
            <a:pPr lvl="0" algn="l"/>
            <a:r>
              <a:rPr lang="en-GB" sz="1800" dirty="0"/>
              <a:t>2016</a:t>
            </a:r>
            <a:r>
              <a:rPr lang="zh-CN" altLang="en-US" sz="1800" dirty="0"/>
              <a:t>年</a:t>
            </a:r>
            <a:r>
              <a:rPr lang="en-GB" sz="1800" dirty="0"/>
              <a:t>12</a:t>
            </a:r>
            <a:r>
              <a:rPr lang="zh-CN" altLang="en-US" sz="1800" dirty="0"/>
              <a:t>月，</a:t>
            </a:r>
            <a:r>
              <a:rPr lang="en-GB" sz="1800" dirty="0"/>
              <a:t>Docker</a:t>
            </a:r>
            <a:r>
              <a:rPr lang="zh-CN" altLang="en-US" sz="1800" dirty="0"/>
              <a:t>捐赠给</a:t>
            </a:r>
            <a:r>
              <a:rPr lang="en-GB" sz="1800" dirty="0"/>
              <a:t>CNCF</a:t>
            </a:r>
          </a:p>
          <a:p>
            <a:pPr lvl="0" algn="l"/>
            <a:r>
              <a:rPr lang="en-GB" sz="1800" dirty="0"/>
              <a:t>2017</a:t>
            </a:r>
            <a:r>
              <a:rPr lang="zh-CN" altLang="en-US" sz="1800" dirty="0"/>
              <a:t>年</a:t>
            </a:r>
            <a:r>
              <a:rPr lang="en-GB" sz="1800" dirty="0"/>
              <a:t>3</a:t>
            </a:r>
            <a:r>
              <a:rPr lang="zh-CN" altLang="en-US" sz="1800" dirty="0"/>
              <a:t>月，</a:t>
            </a:r>
            <a:r>
              <a:rPr lang="en-GB" sz="1800" dirty="0"/>
              <a:t>Docker</a:t>
            </a:r>
            <a:r>
              <a:rPr lang="zh-CN" altLang="en-US" sz="1800" dirty="0"/>
              <a:t>宣布企业发型版</a:t>
            </a:r>
            <a:endParaRPr lang="en-GB" sz="1800" dirty="0"/>
          </a:p>
          <a:p>
            <a:pPr algn="l"/>
            <a:r>
              <a:rPr lang="en-GB" sz="1800" dirty="0"/>
              <a:t>2018</a:t>
            </a:r>
            <a:r>
              <a:rPr lang="zh-CN" altLang="en-US" sz="1800" dirty="0"/>
              <a:t>年</a:t>
            </a:r>
            <a:r>
              <a:rPr lang="en-GB" sz="1800" dirty="0"/>
              <a:t>12</a:t>
            </a:r>
            <a:r>
              <a:rPr lang="zh-CN" altLang="en-US" sz="1800" dirty="0"/>
              <a:t>月，</a:t>
            </a:r>
            <a:r>
              <a:rPr lang="en-GB" sz="1800" dirty="0"/>
              <a:t>Docker</a:t>
            </a:r>
            <a:r>
              <a:rPr lang="zh-CN" altLang="en-US" sz="1800" dirty="0"/>
              <a:t>宣布桌面企业版（</a:t>
            </a:r>
            <a:r>
              <a:rPr lang="en-GB" sz="1800" dirty="0"/>
              <a:t>Mac</a:t>
            </a:r>
            <a:r>
              <a:rPr lang="zh-CN" altLang="en-US" sz="1800" dirty="0"/>
              <a:t>和</a:t>
            </a:r>
            <a:r>
              <a:rPr lang="en-GB" sz="1800" dirty="0"/>
              <a:t>Windows</a:t>
            </a:r>
            <a:r>
              <a:rPr lang="zh-CN" altLang="en-US" sz="1800" dirty="0"/>
              <a:t>版本）</a:t>
            </a:r>
            <a:endParaRPr lang="en-GB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C960A-28BE-4AD8-B636-386384706BE4}"/>
              </a:ext>
            </a:extLst>
          </p:cNvPr>
          <p:cNvSpPr/>
          <p:nvPr/>
        </p:nvSpPr>
        <p:spPr>
          <a:xfrm>
            <a:off x="0" y="437322"/>
            <a:ext cx="12192000" cy="927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92A2F-62CE-4DDB-B6B7-73F7A6BB5732}"/>
              </a:ext>
            </a:extLst>
          </p:cNvPr>
          <p:cNvSpPr txBox="1"/>
          <p:nvPr/>
        </p:nvSpPr>
        <p:spPr>
          <a:xfrm>
            <a:off x="185530" y="67990"/>
            <a:ext cx="451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Docker </a:t>
            </a:r>
            <a:r>
              <a:rPr lang="zh-CN" altLang="en-US" b="1" dirty="0"/>
              <a:t>介绍  </a:t>
            </a:r>
            <a:r>
              <a:rPr lang="en-US" altLang="zh-CN" b="1" dirty="0"/>
              <a:t>-  </a:t>
            </a:r>
            <a:r>
              <a:rPr lang="en-GB" altLang="zh-CN" b="1" dirty="0"/>
              <a:t>Docker</a:t>
            </a:r>
            <a:r>
              <a:rPr lang="zh-CN" altLang="en-US" b="1" dirty="0"/>
              <a:t>公司历史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167DE0-F93C-4289-9E38-CF8794F53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4" y="5010149"/>
            <a:ext cx="92106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4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FA1BA1-A8DE-46A6-A745-AF09F66E9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834" y="1057620"/>
            <a:ext cx="9422295" cy="4733579"/>
          </a:xfrm>
        </p:spPr>
        <p:txBody>
          <a:bodyPr>
            <a:normAutofit/>
          </a:bodyPr>
          <a:lstStyle/>
          <a:p>
            <a:pPr algn="l"/>
            <a:endParaRPr lang="en-GB" altLang="zh-CN" sz="1800" dirty="0"/>
          </a:p>
          <a:p>
            <a:pPr algn="l"/>
            <a:endParaRPr lang="en-GB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C960A-28BE-4AD8-B636-386384706BE4}"/>
              </a:ext>
            </a:extLst>
          </p:cNvPr>
          <p:cNvSpPr/>
          <p:nvPr/>
        </p:nvSpPr>
        <p:spPr>
          <a:xfrm>
            <a:off x="0" y="437322"/>
            <a:ext cx="12192000" cy="927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92A2F-62CE-4DDB-B6B7-73F7A6BB5732}"/>
              </a:ext>
            </a:extLst>
          </p:cNvPr>
          <p:cNvSpPr txBox="1"/>
          <p:nvPr/>
        </p:nvSpPr>
        <p:spPr>
          <a:xfrm>
            <a:off x="185530" y="67990"/>
            <a:ext cx="451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Docker </a:t>
            </a:r>
            <a:r>
              <a:rPr lang="zh-CN" altLang="en-US" b="1" dirty="0"/>
              <a:t>介绍  </a:t>
            </a:r>
            <a:r>
              <a:rPr lang="en-US" altLang="zh-CN" b="1" dirty="0"/>
              <a:t>-  </a:t>
            </a:r>
            <a:r>
              <a:rPr lang="en-GB" altLang="zh-CN" b="1" dirty="0"/>
              <a:t>Docker </a:t>
            </a:r>
            <a:r>
              <a:rPr lang="zh-CN" altLang="en-US" b="1" dirty="0"/>
              <a:t>趋势</a:t>
            </a:r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E0B497-2A1A-4BA9-B860-871B9EDA13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6834" y="663815"/>
            <a:ext cx="5022574" cy="27651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3E0F4A-1267-43E1-ADBB-C58926BFA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532" y="663815"/>
            <a:ext cx="5550772" cy="2765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CC0BD0-D73B-4AB8-B8AA-5AE63D22ABB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45025" y="3562695"/>
            <a:ext cx="7235687" cy="325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FA1BA1-A8DE-46A6-A745-AF09F66E9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582" y="857109"/>
            <a:ext cx="9144000" cy="2283656"/>
          </a:xfrm>
        </p:spPr>
        <p:txBody>
          <a:bodyPr>
            <a:noAutofit/>
          </a:bodyPr>
          <a:lstStyle/>
          <a:p>
            <a:pPr algn="l"/>
            <a:r>
              <a:rPr lang="en-GB" sz="1800" dirty="0">
                <a:solidFill>
                  <a:srgbClr val="FF0000"/>
                </a:solidFill>
              </a:rPr>
              <a:t>Docker</a:t>
            </a:r>
            <a:r>
              <a:rPr lang="zh-CN" altLang="en-US" sz="1800" dirty="0">
                <a:solidFill>
                  <a:srgbClr val="FF0000"/>
                </a:solidFill>
              </a:rPr>
              <a:t>社区版</a:t>
            </a:r>
            <a:r>
              <a:rPr lang="zh-CN" altLang="en-US" sz="1800" dirty="0"/>
              <a:t>：</a:t>
            </a:r>
            <a:r>
              <a:rPr lang="en-GB" sz="1800" dirty="0"/>
              <a:t>Docker</a:t>
            </a:r>
            <a:r>
              <a:rPr lang="zh-CN" altLang="en-US" sz="1800" dirty="0"/>
              <a:t>的开源免费版本</a:t>
            </a:r>
            <a:r>
              <a:rPr lang="en-GB" sz="1800" dirty="0"/>
              <a:t>, </a:t>
            </a:r>
            <a:r>
              <a:rPr lang="zh-CN" altLang="en-US" sz="1800" dirty="0"/>
              <a:t>适合个人开发者和小团体组织。包括如下两个发布版本。</a:t>
            </a:r>
            <a:endParaRPr lang="en-GB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      Edge</a:t>
            </a:r>
            <a:r>
              <a:rPr lang="zh-CN" altLang="en-US" sz="1800" dirty="0"/>
              <a:t>版：每个月都会发布新的版本，能够快速体验到最新的功能。</a:t>
            </a:r>
            <a:endParaRPr lang="en-GB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      Stable</a:t>
            </a:r>
            <a:r>
              <a:rPr lang="zh-CN" altLang="en-US" sz="1800" dirty="0"/>
              <a:t>稳定版：每个季度发布新的版本。</a:t>
            </a:r>
            <a:endParaRPr lang="en-GB" sz="1800" dirty="0"/>
          </a:p>
          <a:p>
            <a:pPr algn="l"/>
            <a:r>
              <a:rPr lang="en-GB" sz="1800" dirty="0"/>
              <a:t>          </a:t>
            </a:r>
          </a:p>
          <a:p>
            <a:pPr algn="l"/>
            <a:r>
              <a:rPr lang="en-GB" sz="1800" dirty="0"/>
              <a:t>Docker </a:t>
            </a:r>
            <a:r>
              <a:rPr lang="zh-CN" altLang="en-US" sz="1800" dirty="0"/>
              <a:t>企业版</a:t>
            </a:r>
            <a:r>
              <a:rPr lang="en-GB" sz="1800" dirty="0"/>
              <a:t>: </a:t>
            </a:r>
            <a:r>
              <a:rPr lang="zh-CN" altLang="en-US" sz="1800" dirty="0"/>
              <a:t>每个季度发布新的版本，每个版本</a:t>
            </a:r>
            <a:r>
              <a:rPr lang="en-GB" sz="1800" dirty="0"/>
              <a:t>Docker</a:t>
            </a:r>
            <a:r>
              <a:rPr lang="zh-CN" altLang="en-US" sz="1800" dirty="0"/>
              <a:t>能够支持一年的使用</a:t>
            </a:r>
            <a:endParaRPr lang="en-GB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C960A-28BE-4AD8-B636-386384706BE4}"/>
              </a:ext>
            </a:extLst>
          </p:cNvPr>
          <p:cNvSpPr/>
          <p:nvPr/>
        </p:nvSpPr>
        <p:spPr>
          <a:xfrm>
            <a:off x="0" y="437322"/>
            <a:ext cx="12192000" cy="927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92A2F-62CE-4DDB-B6B7-73F7A6BB5732}"/>
              </a:ext>
            </a:extLst>
          </p:cNvPr>
          <p:cNvSpPr txBox="1"/>
          <p:nvPr/>
        </p:nvSpPr>
        <p:spPr>
          <a:xfrm>
            <a:off x="185530" y="67990"/>
            <a:ext cx="451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Docker </a:t>
            </a:r>
            <a:r>
              <a:rPr lang="zh-CN" altLang="en-US" b="1" dirty="0"/>
              <a:t>介绍  </a:t>
            </a:r>
            <a:r>
              <a:rPr lang="en-US" altLang="zh-CN" b="1" dirty="0"/>
              <a:t>-  </a:t>
            </a:r>
            <a:r>
              <a:rPr lang="en-GB" altLang="zh-CN" b="1" dirty="0"/>
              <a:t>Docker</a:t>
            </a:r>
            <a:r>
              <a:rPr lang="zh-CN" altLang="en-US" b="1" dirty="0"/>
              <a:t>版本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0F16D-2718-4DBD-9DC8-9B609154F7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3582" y="3251711"/>
            <a:ext cx="9144000" cy="310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7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FA1BA1-A8DE-46A6-A745-AF09F66E9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857109"/>
            <a:ext cx="9144000" cy="1183726"/>
          </a:xfrm>
        </p:spPr>
        <p:txBody>
          <a:bodyPr>
            <a:normAutofit/>
          </a:bodyPr>
          <a:lstStyle/>
          <a:p>
            <a:pPr algn="l"/>
            <a:r>
              <a:rPr lang="zh-CN" altLang="en-US" sz="1800" b="1" dirty="0"/>
              <a:t>云平台</a:t>
            </a:r>
            <a:endParaRPr lang="en-GB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C960A-28BE-4AD8-B636-386384706BE4}"/>
              </a:ext>
            </a:extLst>
          </p:cNvPr>
          <p:cNvSpPr/>
          <p:nvPr/>
        </p:nvSpPr>
        <p:spPr>
          <a:xfrm>
            <a:off x="0" y="437322"/>
            <a:ext cx="12192000" cy="927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92A2F-62CE-4DDB-B6B7-73F7A6BB5732}"/>
              </a:ext>
            </a:extLst>
          </p:cNvPr>
          <p:cNvSpPr txBox="1"/>
          <p:nvPr/>
        </p:nvSpPr>
        <p:spPr>
          <a:xfrm>
            <a:off x="185530" y="67990"/>
            <a:ext cx="451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Docker </a:t>
            </a:r>
            <a:r>
              <a:rPr lang="zh-CN" altLang="en-US" b="1" dirty="0"/>
              <a:t>介绍  </a:t>
            </a:r>
            <a:r>
              <a:rPr lang="en-US" altLang="zh-CN" b="1" dirty="0"/>
              <a:t>-  </a:t>
            </a:r>
            <a:r>
              <a:rPr lang="en-GB" altLang="zh-CN" b="1" dirty="0"/>
              <a:t>Docker</a:t>
            </a:r>
            <a:r>
              <a:rPr lang="zh-CN" altLang="en-US" b="1" dirty="0"/>
              <a:t>社区版支持平台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739F0-4788-4020-BF33-72F1B320E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09" y="899419"/>
            <a:ext cx="1567277" cy="933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D5EB78-0E0E-4B92-88E2-FFE420756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021" y="859073"/>
            <a:ext cx="1905000" cy="923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1AF69C-D385-4AAA-9CD6-E505EF8F7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707" y="857109"/>
            <a:ext cx="2390775" cy="9258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D542A9-3A41-41D5-951F-69087F982AA6}"/>
              </a:ext>
            </a:extLst>
          </p:cNvPr>
          <p:cNvSpPr txBox="1"/>
          <p:nvPr/>
        </p:nvSpPr>
        <p:spPr>
          <a:xfrm>
            <a:off x="304800" y="2491408"/>
            <a:ext cx="255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Linux</a:t>
            </a:r>
            <a:r>
              <a:rPr lang="zh-CN" altLang="en-US" b="1" dirty="0"/>
              <a:t>平台</a:t>
            </a:r>
            <a:endParaRPr lang="en-GB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14A03-E035-47D6-939D-2DEB65AF3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209" y="2952055"/>
            <a:ext cx="1953859" cy="7185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4EBF97-DEA6-433E-95B4-15958F4C1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3129" y="2952056"/>
            <a:ext cx="2404550" cy="7185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C310D2-43BF-45AC-A4CB-09259FE7E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5740" y="2860740"/>
            <a:ext cx="1018763" cy="9600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1FA0A7-F5ED-48D6-BD5D-718D67514A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0859" y="2952055"/>
            <a:ext cx="1458493" cy="8687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70A22E-08C1-43AF-9713-1256E486341C}"/>
              </a:ext>
            </a:extLst>
          </p:cNvPr>
          <p:cNvSpPr txBox="1"/>
          <p:nvPr/>
        </p:nvSpPr>
        <p:spPr>
          <a:xfrm>
            <a:off x="410817" y="4581791"/>
            <a:ext cx="255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桌面版</a:t>
            </a:r>
            <a:endParaRPr lang="en-GB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D35299-404C-4AFD-9377-2C13B6920E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7787" y="4951124"/>
            <a:ext cx="1675986" cy="9112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56A07F-15A9-4134-9217-BFC43EF754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3129" y="4951123"/>
            <a:ext cx="2572578" cy="91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5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FA1BA1-A8DE-46A6-A745-AF09F66E9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330" y="1190142"/>
            <a:ext cx="9144000" cy="1655762"/>
          </a:xfrm>
        </p:spPr>
        <p:txBody>
          <a:bodyPr/>
          <a:lstStyle/>
          <a:p>
            <a:pPr algn="l"/>
            <a:r>
              <a:rPr lang="en-GB" dirty="0">
                <a:hlinkClick r:id="rId2"/>
              </a:rPr>
              <a:t>https://docs.docker.com/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C960A-28BE-4AD8-B636-386384706BE4}"/>
              </a:ext>
            </a:extLst>
          </p:cNvPr>
          <p:cNvSpPr/>
          <p:nvPr/>
        </p:nvSpPr>
        <p:spPr>
          <a:xfrm>
            <a:off x="0" y="437322"/>
            <a:ext cx="12192000" cy="927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92A2F-62CE-4DDB-B6B7-73F7A6BB5732}"/>
              </a:ext>
            </a:extLst>
          </p:cNvPr>
          <p:cNvSpPr txBox="1"/>
          <p:nvPr/>
        </p:nvSpPr>
        <p:spPr>
          <a:xfrm>
            <a:off x="185530" y="67990"/>
            <a:ext cx="451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Docker </a:t>
            </a:r>
            <a:r>
              <a:rPr lang="zh-CN" altLang="en-US" b="1" dirty="0"/>
              <a:t>介绍  </a:t>
            </a:r>
            <a:r>
              <a:rPr lang="en-US" altLang="zh-CN" b="1" dirty="0"/>
              <a:t>-  </a:t>
            </a:r>
            <a:r>
              <a:rPr lang="en-GB" altLang="zh-CN" b="1" dirty="0"/>
              <a:t>Docker </a:t>
            </a:r>
            <a:r>
              <a:rPr lang="zh-CN" altLang="en-US" b="1" dirty="0"/>
              <a:t>文档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12393-C114-4DEE-A6D2-43382A202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30" y="1830457"/>
            <a:ext cx="10377389" cy="393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1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492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Xu, Feihong</dc:creator>
  <cp:lastModifiedBy>Xu, Feihong</cp:lastModifiedBy>
  <cp:revision>12</cp:revision>
  <dcterms:created xsi:type="dcterms:W3CDTF">2019-09-23T14:10:43Z</dcterms:created>
  <dcterms:modified xsi:type="dcterms:W3CDTF">2019-09-23T15:15:15Z</dcterms:modified>
</cp:coreProperties>
</file>